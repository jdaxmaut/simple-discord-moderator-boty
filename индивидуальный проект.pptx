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6858000" cy="9144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2B8E8A-8401-4D47-B2B1-A2B177AB75E6}" v="41" dt="2026-04-07T14:51:32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738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958D0-D0D2-4B87-BCBD-BB3E51F8D6BA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AFDA4-CE8B-45B3-844B-47805506967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7B7BD-48B9-47B3-8AC6-57F6AA9EEDBF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A400F-782E-4AC7-8FB9-D9AC4ABF6FB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629072" y="763960"/>
            <a:ext cx="5829300" cy="5256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АВТАНОМНАЯ НЕКОМЕРЧЕСКАЯ ОРГАНИЗАЦИЯ ПРОФЕССИОНАЛЬНАЯ ОБРАЗОВАТЕЛЬНАЯ ОРГАНИЗАЦИЯ МОСКОВСКИЙ МЕЖДУНАРОДНЫЙ КОЛЕДЖ ЦИФРОВЫХ ТЕХНОЛОГИЙ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«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АКАДЕМИЯ ТОП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»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ИНДИВИДУАЛЬНЫЙ ПРОЕКТ</a:t>
            </a:r>
            <a:br>
              <a:rPr lang="ru-RU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Уровень профессионального образования: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Среднее профессиональное образование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Программа подготовки специалистов среднего звена 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по специальности 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09.02.07  Информационные системы и программирование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Квалификация: программист 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Учебный предмет: Индивидуальный проект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Тема: </a:t>
            </a:r>
            <a:r>
              <a:rPr lang="ru-RU" sz="1200" dirty="0">
                <a:latin typeface="Times New Roman"/>
                <a:ea typeface="+mj-ea"/>
                <a:cs typeface="Times New Roman"/>
              </a:rPr>
              <a:t>____________________________________________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j-ea"/>
                <a:cs typeface="Times New Roman"/>
              </a:rPr>
              <a:t>наименование темы</a:t>
            </a: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br>
              <a:rPr lang="ru-RU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88640" y="5724128"/>
            <a:ext cx="6669360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Times New Roman" pitchFamily="18" charset="0"/>
                <a:ea typeface="+mj-ea"/>
                <a:cs typeface="Times New Roman" pitchFamily="18" charset="0"/>
              </a:rPr>
              <a:t>Преподаватель: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Times New Roman"/>
                <a:ea typeface="+mj-ea"/>
                <a:cs typeface="Times New Roman"/>
              </a:rPr>
              <a:t>Д.В. Биценко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Times New Roman" pitchFamily="18" charset="0"/>
                <a:ea typeface="+mj-ea"/>
                <a:cs typeface="Times New Roman" pitchFamily="18" charset="0"/>
              </a:rPr>
              <a:t>___________________    ________________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Times New Roman" pitchFamily="18" charset="0"/>
                <a:ea typeface="+mj-ea"/>
                <a:cs typeface="Times New Roman" pitchFamily="18" charset="0"/>
              </a:rPr>
              <a:t>подпись            инициалы фамилия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Times New Roman" pitchFamily="18" charset="0"/>
                <a:ea typeface="+mj-ea"/>
                <a:cs typeface="Times New Roman" pitchFamily="18" charset="0"/>
              </a:rPr>
              <a:t>Обучающийся:</a:t>
            </a:r>
          </a:p>
          <a:p>
            <a:pPr algn="r">
              <a:spcBef>
                <a:spcPct val="0"/>
              </a:spcBef>
              <a:defRPr/>
            </a:pPr>
            <a:r>
              <a:rPr lang="ru-RU" sz="1200" dirty="0">
                <a:latin typeface="Times New Roman"/>
                <a:ea typeface="+mj-ea"/>
                <a:cs typeface="Times New Roman"/>
              </a:rPr>
              <a:t>Д.М </a:t>
            </a:r>
            <a:r>
              <a:rPr lang="ru-RU" sz="1200" dirty="0" err="1">
                <a:latin typeface="Times New Roman"/>
                <a:ea typeface="+mj-ea"/>
                <a:cs typeface="Times New Roman"/>
              </a:rPr>
              <a:t>Вавилкин</a:t>
            </a:r>
            <a:br>
              <a:rPr lang="ru-RU" sz="1200" dirty="0"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ru-RU" sz="1200" dirty="0">
                <a:latin typeface="Times New Roman"/>
                <a:ea typeface="+mj-ea"/>
                <a:cs typeface="Times New Roman"/>
              </a:rPr>
              <a:t>_________________    __________________</a:t>
            </a:r>
            <a:br>
              <a:rPr lang="ru-RU" sz="1200" dirty="0"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ru-RU" sz="1200" dirty="0">
                <a:latin typeface="Times New Roman"/>
                <a:ea typeface="+mj-ea"/>
                <a:cs typeface="Times New Roman"/>
              </a:rPr>
              <a:t>подпись дата            инициалы фамилия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80728" y="8388424"/>
            <a:ext cx="439248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Times New Roman" pitchFamily="18" charset="0"/>
                <a:ea typeface="+mj-ea"/>
                <a:cs typeface="Times New Roman" pitchFamily="18" charset="0"/>
              </a:rPr>
              <a:t>Краснодар, 2025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Times New Roman"/>
                <a:cs typeface="Times New Roman"/>
              </a:rPr>
              <a:t>Актуальность темы и проблема исследования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600" dirty="0">
                <a:ea typeface="+mn-lt"/>
                <a:cs typeface="+mn-lt"/>
              </a:rPr>
              <a:t>Актуальность темы: Рост онлайн-сообществ требует автоматизации, так как ручная модерация не успевает за потоком сообщений в реальном времени. Бот обеспечивает круглосуточный контроль порядка без участия человека.</a:t>
            </a:r>
          </a:p>
          <a:p>
            <a:endParaRPr lang="ru-RU" sz="1600" dirty="0">
              <a:ea typeface="+mn-lt"/>
              <a:cs typeface="+mn-lt"/>
            </a:endParaRPr>
          </a:p>
          <a:p>
            <a:r>
              <a:rPr lang="ru-RU" sz="1600">
                <a:ea typeface="+mn-lt"/>
                <a:cs typeface="+mn-lt"/>
              </a:rPr>
              <a:t>Проблема исследования: Недостаток стандартных инструментов Discord для борьбы со спамом и токсичностью в специфических сообществах. Требуется создание гибкого решения под конкретные задачи администратора.</a:t>
            </a:r>
            <a:endParaRPr lang="ru-RU"/>
          </a:p>
          <a:p>
            <a:endParaRPr lang="ru-RU" sz="1600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Times New Roman"/>
                <a:cs typeface="Times New Roman"/>
              </a:rPr>
              <a:t>Объект и предмет исследования </a:t>
            </a:r>
            <a:endParaRPr lang="ru-RU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600" dirty="0">
                <a:ea typeface="+mn-lt"/>
                <a:cs typeface="+mn-lt"/>
              </a:rPr>
              <a:t>Объект исследования: Процесс автоматизации администрирования серверов в мессенджере </a:t>
            </a:r>
            <a:r>
              <a:rPr lang="ru-RU" sz="1600" dirty="0" err="1">
                <a:ea typeface="+mn-lt"/>
                <a:cs typeface="+mn-lt"/>
              </a:rPr>
              <a:t>Discord</a:t>
            </a:r>
            <a:r>
              <a:rPr lang="ru-RU" sz="1600" dirty="0">
                <a:ea typeface="+mn-lt"/>
                <a:cs typeface="+mn-lt"/>
              </a:rPr>
              <a:t>.</a:t>
            </a:r>
            <a:endParaRPr lang="ru-RU" sz="1600" dirty="0">
              <a:ea typeface="Calibri"/>
              <a:cs typeface="Calibri"/>
            </a:endParaRPr>
          </a:p>
          <a:p>
            <a:endParaRPr lang="ru-RU" sz="1600" dirty="0">
              <a:ea typeface="+mn-lt"/>
              <a:cs typeface="+mn-lt"/>
            </a:endParaRPr>
          </a:p>
          <a:p>
            <a:r>
              <a:rPr lang="ru-RU" sz="1600" dirty="0">
                <a:ea typeface="+mn-lt"/>
                <a:cs typeface="+mn-lt"/>
              </a:rPr>
              <a:t>Предмет исследования: Программные инструменты и библиотеки языка Python (discord.py, </a:t>
            </a:r>
            <a:r>
              <a:rPr lang="ru-RU" sz="1600" dirty="0" err="1">
                <a:ea typeface="+mn-lt"/>
                <a:cs typeface="+mn-lt"/>
              </a:rPr>
              <a:t>py-cord</a:t>
            </a:r>
            <a:r>
              <a:rPr lang="ru-RU" sz="1600" dirty="0">
                <a:ea typeface="+mn-lt"/>
                <a:cs typeface="+mn-lt"/>
              </a:rPr>
              <a:t>) для разработки ботов-модераторов.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00670-D224-B1AB-46CC-7D4001BE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Цель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3EE83F-F9C1-8E16-6CBA-957E29619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600" dirty="0">
                <a:latin typeface="Times New Roman"/>
                <a:ea typeface="+mn-lt"/>
                <a:cs typeface="+mn-lt"/>
              </a:rPr>
              <a:t>Цель проекта: Разработать функционального чат-бота на языке Python, способного автоматически модерировать текстовые каналы и упрощать работу администратора сервера.</a:t>
            </a:r>
            <a:endParaRPr lang="ru-RU" sz="1600" dirty="0">
              <a:latin typeface="Times New Roman"/>
              <a:ea typeface="Calibri"/>
              <a:cs typeface="Calibri"/>
            </a:endParaRPr>
          </a:p>
          <a:p>
            <a:endParaRPr lang="ru-RU" sz="1600" dirty="0">
              <a:latin typeface="Times New Roman"/>
              <a:ea typeface="+mn-lt"/>
              <a:cs typeface="+mn-lt"/>
            </a:endParaRPr>
          </a:p>
          <a:p>
            <a:r>
              <a:rPr lang="ru-RU" sz="1600" dirty="0">
                <a:latin typeface="Times New Roman"/>
                <a:ea typeface="+mn-lt"/>
                <a:cs typeface="+mn-lt"/>
              </a:rPr>
              <a:t>Задачи проекта:</a:t>
            </a:r>
            <a:endParaRPr lang="ru-RU" sz="1600">
              <a:latin typeface="Times New Roman"/>
              <a:cs typeface="Times New Roman"/>
            </a:endParaRPr>
          </a:p>
          <a:p>
            <a:r>
              <a:rPr lang="ru-RU" sz="1600" dirty="0">
                <a:latin typeface="Times New Roman"/>
                <a:ea typeface="+mn-lt"/>
                <a:cs typeface="+mn-lt"/>
              </a:rPr>
              <a:t>    Изучить документацию библиотек discord.py и </a:t>
            </a:r>
            <a:r>
              <a:rPr lang="ru-RU" sz="1600" err="1">
                <a:latin typeface="Times New Roman"/>
                <a:ea typeface="+mn-lt"/>
                <a:cs typeface="+mn-lt"/>
              </a:rPr>
              <a:t>py-cord</a:t>
            </a:r>
            <a:r>
              <a:rPr lang="ru-RU" sz="1600" dirty="0">
                <a:latin typeface="Times New Roman"/>
                <a:ea typeface="+mn-lt"/>
                <a:cs typeface="+mn-lt"/>
              </a:rPr>
              <a:t>.</a:t>
            </a:r>
            <a:endParaRPr lang="ru-RU" sz="1600">
              <a:latin typeface="Times New Roman"/>
              <a:cs typeface="Times New Roman"/>
            </a:endParaRPr>
          </a:p>
          <a:p>
            <a:r>
              <a:rPr lang="ru-RU" sz="1600" dirty="0">
                <a:latin typeface="Times New Roman"/>
                <a:ea typeface="+mn-lt"/>
                <a:cs typeface="+mn-lt"/>
              </a:rPr>
              <a:t>    Написать программный код для обработки команд и фильтрации запрещенных слов.</a:t>
            </a:r>
            <a:endParaRPr lang="ru-RU" sz="1600">
              <a:latin typeface="Times New Roman"/>
              <a:cs typeface="Times New Roman"/>
            </a:endParaRPr>
          </a:p>
          <a:p>
            <a:r>
              <a:rPr lang="ru-RU" sz="1600" dirty="0">
                <a:latin typeface="Times New Roman"/>
                <a:ea typeface="+mn-lt"/>
                <a:cs typeface="+mn-lt"/>
              </a:rPr>
              <a:t>    Протестировать работу бота в условиях реального сервера.</a:t>
            </a:r>
            <a:endParaRPr lang="ru-RU" sz="1600" dirty="0">
              <a:latin typeface="Times New Roman"/>
            </a:endParaRPr>
          </a:p>
          <a:p>
            <a:endParaRPr lang="ru-R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4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6D98-CACA-CDC8-4091-B827C772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Гипотеза и методы </a:t>
            </a:r>
            <a:r>
              <a:rPr lang="ru-RU" sz="1600">
                <a:latin typeface="Times New Roman"/>
                <a:ea typeface="Calibri"/>
                <a:cs typeface="Calibri"/>
              </a:rPr>
              <a:t>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BD56C2-8F2C-F4CD-8B1A-BF9BAA48C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600" dirty="0">
                <a:latin typeface="Times New Roman"/>
                <a:ea typeface="+mn-lt"/>
                <a:cs typeface="+mn-lt"/>
              </a:rPr>
              <a:t>Гипотеза исследования: Использование бота-модератора, написанного на Python, позволит сократить время реакции на нарушения правил сервера более чем в два раза по сравнению с ручной модерацией.</a:t>
            </a:r>
            <a:endParaRPr lang="ru-RU" sz="1600" dirty="0">
              <a:latin typeface="Times New Roman"/>
              <a:ea typeface="Calibri"/>
              <a:cs typeface="Calibri"/>
            </a:endParaRPr>
          </a:p>
          <a:p>
            <a:endParaRPr lang="ru-RU" sz="1600" dirty="0">
              <a:latin typeface="Times New Roman"/>
              <a:ea typeface="+mn-lt"/>
              <a:cs typeface="+mn-lt"/>
            </a:endParaRPr>
          </a:p>
          <a:p>
            <a:r>
              <a:rPr lang="ru-RU" sz="1600">
                <a:latin typeface="Times New Roman"/>
                <a:ea typeface="+mn-lt"/>
                <a:cs typeface="+mn-lt"/>
              </a:rPr>
              <a:t>Методы исследования: Анализ существующей документации API Discord, моделирование процессов обработки сообщений и проведение функционального тестирования программного обеспечения.</a:t>
            </a:r>
            <a:endParaRPr lang="ru-RU" sz="1600">
              <a:latin typeface="Times New Roman"/>
              <a:cs typeface="Times New Roman"/>
            </a:endParaRPr>
          </a:p>
          <a:p>
            <a:endParaRPr lang="ru-RU" sz="1600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065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0B6D5-C59E-8133-A559-D44B09C2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Times New Roman"/>
                <a:ea typeface="+mj-lt"/>
                <a:cs typeface="Times New Roman"/>
              </a:rPr>
              <a:t>Ресурсы проекта и источники их привлечения</a:t>
            </a:r>
            <a:endParaRPr lang="ru-RU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3694E3-3974-3C09-0E46-D3186CD6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1. Нематериальные:</a:t>
            </a:r>
            <a:endParaRPr lang="ru-RU" sz="1600" dirty="0">
              <a:latin typeface="Times New Roman"/>
              <a:ea typeface="Calibri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Среда разработки: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Текстовый редактор </a:t>
            </a:r>
            <a:r>
              <a:rPr lang="ru-RU" sz="1600" b="1" err="1">
                <a:latin typeface="Times New Roman"/>
                <a:ea typeface="+mn-lt"/>
                <a:cs typeface="Times New Roman"/>
              </a:rPr>
              <a:t>Neovim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(конфигурация под Python).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ПО и библиотеки: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Язык </a:t>
            </a:r>
            <a:r>
              <a:rPr lang="ru-RU" sz="1600" b="1" dirty="0">
                <a:latin typeface="Times New Roman"/>
                <a:ea typeface="+mn-lt"/>
                <a:cs typeface="Times New Roman"/>
              </a:rPr>
              <a:t>Python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, библиотеки </a:t>
            </a:r>
            <a:r>
              <a:rPr lang="ru-RU" sz="1600" dirty="0">
                <a:latin typeface="Times New Roman"/>
                <a:cs typeface="Times New Roman"/>
              </a:rPr>
              <a:t>discord.py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/ </a:t>
            </a:r>
            <a:r>
              <a:rPr lang="ru-RU" sz="1600" err="1">
                <a:latin typeface="Times New Roman"/>
                <a:cs typeface="Times New Roman"/>
              </a:rPr>
              <a:t>py-cord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.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Инфо-база: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Документация </a:t>
            </a:r>
            <a:r>
              <a:rPr lang="ru-RU" sz="1600" b="1" err="1">
                <a:latin typeface="Times New Roman"/>
                <a:ea typeface="+mn-lt"/>
                <a:cs typeface="Times New Roman"/>
              </a:rPr>
              <a:t>Discord</a:t>
            </a:r>
            <a:r>
              <a:rPr lang="ru-RU" sz="1600" b="1" dirty="0">
                <a:latin typeface="Times New Roman"/>
                <a:ea typeface="+mn-lt"/>
                <a:cs typeface="Times New Roman"/>
              </a:rPr>
              <a:t> Developer </a:t>
            </a:r>
            <a:r>
              <a:rPr lang="ru-RU" sz="1600" b="1" err="1">
                <a:latin typeface="Times New Roman"/>
                <a:ea typeface="+mn-lt"/>
                <a:cs typeface="Times New Roman"/>
              </a:rPr>
              <a:t>Portal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, сообщество </a:t>
            </a:r>
            <a:r>
              <a:rPr lang="ru-RU" sz="1600" err="1">
                <a:latin typeface="Times New Roman"/>
                <a:ea typeface="+mn-lt"/>
                <a:cs typeface="Times New Roman"/>
              </a:rPr>
              <a:t>GitHub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.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Источник: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Открытое ПО (Open Source) и официальные API-справочники.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2. Материальные: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Техника: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Персональный компьютер (ПК).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Среда запуска: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</a:t>
            </a:r>
            <a:r>
              <a:rPr lang="ru-RU" sz="1600" b="1" dirty="0">
                <a:latin typeface="Times New Roman"/>
                <a:ea typeface="+mn-lt"/>
                <a:cs typeface="Times New Roman"/>
              </a:rPr>
              <a:t>Локальный хостинг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(запуск бота на мощностях разработчика).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Сеть: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Доступ в интернет для связи с серверами </a:t>
            </a:r>
            <a:r>
              <a:rPr lang="ru-RU" sz="1600" err="1">
                <a:latin typeface="Times New Roman"/>
                <a:ea typeface="+mn-lt"/>
                <a:cs typeface="Times New Roman"/>
              </a:rPr>
              <a:t>Discord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.</a:t>
            </a:r>
            <a:endParaRPr lang="ru-RU" sz="1600" dirty="0">
              <a:latin typeface="Times New Roman"/>
              <a:cs typeface="Times New Roman"/>
            </a:endParaRPr>
          </a:p>
          <a:p>
            <a:r>
              <a:rPr lang="ru-RU" sz="1600" b="1" dirty="0">
                <a:latin typeface="Times New Roman"/>
                <a:ea typeface="+mn-lt"/>
                <a:cs typeface="Times New Roman"/>
              </a:rPr>
              <a:t>Источник:</a:t>
            </a:r>
            <a:r>
              <a:rPr lang="ru-RU" sz="1600" dirty="0">
                <a:latin typeface="Times New Roman"/>
                <a:ea typeface="+mn-lt"/>
                <a:cs typeface="Times New Roman"/>
              </a:rPr>
              <a:t> Личное техническое оборудование.</a:t>
            </a:r>
            <a:endParaRPr lang="ru-RU" sz="1600" dirty="0">
              <a:latin typeface="Times New Roman"/>
              <a:cs typeface="Times New Roman"/>
            </a:endParaRPr>
          </a:p>
          <a:p>
            <a:endParaRPr lang="ru-R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1109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4A1F6-E877-B736-49CD-B404A104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400">
                <a:latin typeface="Times New Roman"/>
                <a:ea typeface="Calibri"/>
                <a:cs typeface="Times New Roman"/>
              </a:rPr>
              <a:t>Продукт</a:t>
            </a:r>
            <a:endParaRPr lang="ru-RU" sz="140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54AF3-9C05-AD27-2150-A41391878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400" b="1">
                <a:latin typeface="Times New Roman"/>
                <a:ea typeface="+mn-lt"/>
                <a:cs typeface="Times New Roman"/>
              </a:rPr>
              <a:t>Суть:</a:t>
            </a:r>
            <a:r>
              <a:rPr lang="ru-RU" sz="1400">
                <a:latin typeface="Times New Roman"/>
                <a:ea typeface="+mn-lt"/>
                <a:cs typeface="Times New Roman"/>
              </a:rPr>
              <a:t> Легкий и эффективный инструмент для автоматического контроля порядка на сервере.</a:t>
            </a:r>
            <a:endParaRPr lang="ru-RU" sz="1400">
              <a:latin typeface="Times New Roman"/>
              <a:ea typeface="Calibri"/>
              <a:cs typeface="Times New Roman"/>
            </a:endParaRPr>
          </a:p>
          <a:p>
            <a:r>
              <a:rPr lang="ru-RU" sz="1400" b="1">
                <a:latin typeface="Times New Roman"/>
                <a:ea typeface="+mn-lt"/>
                <a:cs typeface="Times New Roman"/>
              </a:rPr>
              <a:t>Что делает: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Круглосуточно следит за чистотой чата без участия человека.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Мгновенно удаляет нежелательный контент (запрещенные слова).</a:t>
            </a:r>
            <a:endParaRPr lang="ru-RU" sz="1400">
              <a:latin typeface="Times New Roman"/>
              <a:cs typeface="Times New Roman"/>
            </a:endParaRPr>
          </a:p>
          <a:p>
            <a:endParaRPr lang="ru-R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219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4F1D9-A7DC-76B0-015A-EABBBE83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400">
                <a:latin typeface="Times New Roman"/>
                <a:ea typeface="+mj-lt"/>
                <a:cs typeface="Times New Roman"/>
              </a:rPr>
              <a:t>Положительные эффекты</a:t>
            </a:r>
            <a:endParaRPr lang="ru-RU" sz="140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CFA4E9-FBFB-D10F-F7C3-591EC4CA2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400" b="1">
                <a:latin typeface="Times New Roman"/>
                <a:ea typeface="Calibri"/>
                <a:cs typeface="Times New Roman"/>
              </a:rPr>
              <a:t>Для пользователей (участников сервера):</a:t>
            </a:r>
            <a:endParaRPr lang="ru-RU" sz="1400">
              <a:latin typeface="Times New Roman"/>
              <a:ea typeface="Calibri"/>
              <a:cs typeface="Times New Roman"/>
            </a:endParaRPr>
          </a:p>
          <a:p>
            <a:r>
              <a:rPr lang="ru-RU" sz="1400" b="1">
                <a:latin typeface="Times New Roman"/>
                <a:ea typeface="Calibri"/>
                <a:cs typeface="Times New Roman"/>
              </a:rPr>
              <a:t>Комфортная среда:</a:t>
            </a:r>
            <a:r>
              <a:rPr lang="ru-RU" sz="1400">
                <a:latin typeface="Times New Roman"/>
                <a:ea typeface="Calibri"/>
                <a:cs typeface="Times New Roman"/>
              </a:rPr>
              <a:t> «Чистый чат» без спама, рекламных ссылок и токсичных сообщений.</a:t>
            </a:r>
          </a:p>
          <a:p>
            <a:r>
              <a:rPr lang="ru-RU" sz="1400" b="1">
                <a:latin typeface="Times New Roman"/>
                <a:ea typeface="Calibri"/>
                <a:cs typeface="Times New Roman"/>
              </a:rPr>
              <a:t>Здоровое общение:</a:t>
            </a:r>
            <a:r>
              <a:rPr lang="ru-RU" sz="1400">
                <a:latin typeface="Times New Roman"/>
                <a:ea typeface="Calibri"/>
                <a:cs typeface="Times New Roman"/>
              </a:rPr>
              <a:t> Автоматическое пресечение конфликтов в зародыше.</a:t>
            </a:r>
          </a:p>
          <a:p>
            <a:r>
              <a:rPr lang="ru-RU" sz="1400" b="1">
                <a:latin typeface="Times New Roman"/>
                <a:ea typeface="Calibri"/>
                <a:cs typeface="Times New Roman"/>
              </a:rPr>
              <a:t>Мгновенная реакция:</a:t>
            </a:r>
            <a:r>
              <a:rPr lang="ru-RU" sz="1400">
                <a:latin typeface="Times New Roman"/>
                <a:ea typeface="Calibri"/>
                <a:cs typeface="Times New Roman"/>
              </a:rPr>
              <a:t> Нарушитель блокируется сразу, а не когда модератор проснется и зайдет в сеть.</a:t>
            </a:r>
          </a:p>
          <a:p>
            <a:r>
              <a:rPr lang="ru-RU" sz="1400" b="1">
                <a:latin typeface="Times New Roman"/>
                <a:ea typeface="Calibri"/>
                <a:cs typeface="Times New Roman"/>
              </a:rPr>
              <a:t>Для автора и администраторов:</a:t>
            </a:r>
            <a:endParaRPr lang="ru-RU" sz="1400">
              <a:latin typeface="Times New Roman"/>
              <a:ea typeface="Calibri"/>
              <a:cs typeface="Times New Roman"/>
            </a:endParaRPr>
          </a:p>
          <a:p>
            <a:r>
              <a:rPr lang="ru-RU" sz="1400" b="1">
                <a:latin typeface="Times New Roman"/>
                <a:ea typeface="Calibri"/>
                <a:cs typeface="Times New Roman"/>
              </a:rPr>
              <a:t>Экономия ресурса:</a:t>
            </a:r>
            <a:r>
              <a:rPr lang="ru-RU" sz="1400">
                <a:latin typeface="Times New Roman"/>
                <a:ea typeface="Calibri"/>
                <a:cs typeface="Times New Roman"/>
              </a:rPr>
              <a:t> Бот выполняет работу целой команды модераторов.</a:t>
            </a:r>
          </a:p>
          <a:p>
            <a:r>
              <a:rPr lang="ru-RU" sz="1400" b="1">
                <a:latin typeface="Times New Roman"/>
                <a:ea typeface="Calibri"/>
                <a:cs typeface="Times New Roman"/>
              </a:rPr>
              <a:t>Простота управления:</a:t>
            </a:r>
            <a:r>
              <a:rPr lang="ru-RU" sz="1400">
                <a:latin typeface="Times New Roman"/>
                <a:ea typeface="Calibri"/>
                <a:cs typeface="Times New Roman"/>
              </a:rPr>
              <a:t> Настройка правил один раз — стабильная работа сервера навсегда.</a:t>
            </a:r>
          </a:p>
          <a:p>
            <a:endParaRPr lang="ru-R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0547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FF41E-65B8-0DF5-D59B-FC8220A5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400">
                <a:latin typeface="Times New Roman"/>
                <a:ea typeface="+mj-lt"/>
                <a:cs typeface="Times New Roman"/>
              </a:rPr>
              <a:t>Перспективы проекта</a:t>
            </a:r>
            <a:endParaRPr lang="ru-RU" sz="140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8BBEAD-398A-0DB4-5975-A717BC8E7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400" b="1">
                <a:latin typeface="Times New Roman"/>
                <a:ea typeface="+mn-lt"/>
                <a:cs typeface="Times New Roman"/>
              </a:rPr>
              <a:t>Кастомизация фильтров:</a:t>
            </a:r>
            <a:r>
              <a:rPr lang="ru-RU" sz="1400" dirty="0">
                <a:latin typeface="Times New Roman"/>
                <a:ea typeface="+mn-lt"/>
                <a:cs typeface="Times New Roman"/>
              </a:rPr>
              <a:t> </a:t>
            </a:r>
            <a:r>
              <a:rPr lang="ru-RU" sz="1400">
                <a:latin typeface="Times New Roman"/>
                <a:ea typeface="+mn-lt"/>
                <a:cs typeface="Times New Roman"/>
              </a:rPr>
              <a:t>Возможность для администраторов легко добавлять свои слова в «черный список» через команды.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r>
              <a:rPr lang="ru-RU" sz="1400" b="1">
                <a:latin typeface="Times New Roman"/>
                <a:ea typeface="+mn-lt"/>
                <a:cs typeface="Times New Roman"/>
              </a:rPr>
              <a:t>Система ролей за активность:</a:t>
            </a:r>
            <a:r>
              <a:rPr lang="ru-RU" sz="1400" dirty="0">
                <a:latin typeface="Times New Roman"/>
                <a:ea typeface="+mn-lt"/>
                <a:cs typeface="Times New Roman"/>
              </a:rPr>
              <a:t> </a:t>
            </a:r>
            <a:r>
              <a:rPr lang="ru-RU" sz="1400">
                <a:latin typeface="Times New Roman"/>
                <a:ea typeface="+mn-lt"/>
                <a:cs typeface="Times New Roman"/>
              </a:rPr>
              <a:t>Автоматическое поощрение пользователей за количество сообщений (простая механика без сложных БД).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 b="1">
                <a:latin typeface="Times New Roman"/>
                <a:ea typeface="+mn-lt"/>
                <a:cs typeface="Times New Roman"/>
              </a:rPr>
              <a:t>Логирование:</a:t>
            </a:r>
            <a:r>
              <a:rPr lang="ru-RU" sz="1400">
                <a:latin typeface="Times New Roman"/>
                <a:ea typeface="+mn-lt"/>
                <a:cs typeface="Times New Roman"/>
              </a:rPr>
              <a:t> Вывод отчетов об удаленных сообщениях в отдельный скрытый канал для контроля.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 b="1">
                <a:latin typeface="Times New Roman"/>
                <a:ea typeface="+mn-lt"/>
                <a:cs typeface="Times New Roman"/>
              </a:rPr>
              <a:t>Шаблоны приветствий:</a:t>
            </a:r>
            <a:r>
              <a:rPr lang="ru-RU" sz="1400">
                <a:latin typeface="Times New Roman"/>
                <a:ea typeface="+mn-lt"/>
                <a:cs typeface="Times New Roman"/>
              </a:rPr>
              <a:t> Создание дружелюбной атмосферы для каждого нового участника.</a:t>
            </a:r>
            <a:endParaRPr lang="ru-RU" sz="1400">
              <a:latin typeface="Times New Roman"/>
              <a:cs typeface="Times New Roman"/>
            </a:endParaRPr>
          </a:p>
          <a:p>
            <a:endParaRPr lang="ru-RU" sz="14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432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5603B-2CD2-B5BF-294D-C046377F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400">
                <a:latin typeface="Times New Roman"/>
                <a:ea typeface="+mj-lt"/>
                <a:cs typeface="Times New Roman"/>
              </a:rPr>
              <a:t>Ход реализации проекта</a:t>
            </a:r>
            <a:endParaRPr lang="ru-RU" sz="140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E31824-F2CB-8A8C-6B1E-ABF58BA91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1400" b="1">
                <a:latin typeface="Times New Roman"/>
                <a:ea typeface="+mn-lt"/>
                <a:cs typeface="Times New Roman"/>
              </a:rPr>
              <a:t>Подготовительный этап</a:t>
            </a:r>
            <a:endParaRPr lang="ru-RU" sz="1400" dirty="0">
              <a:latin typeface="Times New Roman"/>
              <a:ea typeface="Calibri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Изучение документации библиотеки </a:t>
            </a:r>
            <a:r>
              <a:rPr lang="ru-RU" sz="1400">
                <a:latin typeface="Times New Roman"/>
                <a:cs typeface="Times New Roman"/>
              </a:rPr>
              <a:t>discord.py</a:t>
            </a:r>
            <a:r>
              <a:rPr lang="ru-RU" sz="1400">
                <a:latin typeface="Times New Roman"/>
                <a:ea typeface="+mn-lt"/>
                <a:cs typeface="Times New Roman"/>
              </a:rPr>
              <a:t> (или </a:t>
            </a:r>
            <a:r>
              <a:rPr lang="ru-RU" sz="1400">
                <a:latin typeface="Times New Roman"/>
                <a:cs typeface="Times New Roman"/>
              </a:rPr>
              <a:t>disnake</a:t>
            </a:r>
            <a:r>
              <a:rPr lang="ru-RU" sz="1400">
                <a:latin typeface="Times New Roman"/>
                <a:ea typeface="+mn-lt"/>
                <a:cs typeface="Times New Roman"/>
              </a:rPr>
              <a:t>).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Регистрация приложения и создание токена бота на портале Discord Developer.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Настройка среды разработки (установка Python и необходимых библиотек).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 b="1">
                <a:latin typeface="Times New Roman"/>
                <a:ea typeface="+mn-lt"/>
                <a:cs typeface="Times New Roman"/>
              </a:rPr>
              <a:t>Проектирование и разработка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Создание базового каркаса бота и обработка события запуска (</a:t>
            </a:r>
            <a:r>
              <a:rPr lang="ru-RU" sz="1400">
                <a:latin typeface="Times New Roman"/>
                <a:cs typeface="Times New Roman"/>
              </a:rPr>
              <a:t>on_ready</a:t>
            </a:r>
            <a:r>
              <a:rPr lang="ru-RU" sz="1400">
                <a:latin typeface="Times New Roman"/>
                <a:ea typeface="+mn-lt"/>
                <a:cs typeface="Times New Roman"/>
              </a:rPr>
              <a:t>).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Написание алгоритма фильтрации сообщений (поиск запрещенных слов).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Разработка команд модерации (удаление сообщений, мут).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Отладка и обработка ошибок (чтобы бот не «падал» при неверных командах).</a:t>
            </a:r>
            <a:endParaRPr lang="ru-RU" sz="1400">
              <a:latin typeface="Times New Roman"/>
              <a:ea typeface="Calibri"/>
              <a:cs typeface="Times New Roman"/>
            </a:endParaRPr>
          </a:p>
          <a:p>
            <a:r>
              <a:rPr lang="ru-RU" sz="1400" b="1">
                <a:latin typeface="Times New Roman"/>
                <a:ea typeface="+mn-lt"/>
                <a:cs typeface="Times New Roman"/>
              </a:rPr>
              <a:t>Тестирование и внедрение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Создание тестового сервера для проверки всех функций.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Проверка реакции бота на различные сценарии нарушений.</a:t>
            </a:r>
            <a:endParaRPr lang="ru-RU" sz="1400">
              <a:latin typeface="Times New Roman"/>
              <a:cs typeface="Times New Roman"/>
            </a:endParaRPr>
          </a:p>
          <a:p>
            <a:r>
              <a:rPr lang="ru-RU" sz="1400">
                <a:latin typeface="Times New Roman"/>
                <a:ea typeface="+mn-lt"/>
                <a:cs typeface="Times New Roman"/>
              </a:rPr>
              <a:t>Запуск бота в «боевых» условиях и финальная корректировка кода.</a:t>
            </a:r>
            <a:endParaRPr lang="ru-RU" sz="1400">
              <a:latin typeface="Times New Roman"/>
              <a:cs typeface="Times New Roman"/>
            </a:endParaRPr>
          </a:p>
          <a:p>
            <a:endParaRPr lang="ru-RU" sz="14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38837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111</Words>
  <Application>Microsoft Office PowerPoint</Application>
  <PresentationFormat>Экран (4:3)</PresentationFormat>
  <Paragraphs>15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Презентация PowerPoint</vt:lpstr>
      <vt:lpstr>Актуальность темы и проблема исследования</vt:lpstr>
      <vt:lpstr>Объект и предмет исследования </vt:lpstr>
      <vt:lpstr>Цель и задачи проекта</vt:lpstr>
      <vt:lpstr>Гипотеза и методы исследования</vt:lpstr>
      <vt:lpstr>Ресурсы проекта и источники их привлечения</vt:lpstr>
      <vt:lpstr>Продукт</vt:lpstr>
      <vt:lpstr>Положительные эффекты</vt:lpstr>
      <vt:lpstr>Перспективы проекта</vt:lpstr>
      <vt:lpstr>Ход реализации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АВТАНОМНАЯ НЕКОМЕРЧЕСКАЯ ОРГАНИЗАЦИЯ ПРОФЕССИОНАЛЬНАЯ ОБРАЗОВАТЕЛЬНАЯ ОРГАНИЗАЦИЯ МОСКОВСКИЙ МЕЖДУНАРОДНЫЙ КОЛЕДЖ ЦИФРОВЫХ ТЕХНОЛОГИЙ</dc:title>
  <dc:creator>Илья Хачоян</dc:creator>
  <cp:lastModifiedBy>Илья Хачоян</cp:lastModifiedBy>
  <cp:revision>139</cp:revision>
  <dcterms:created xsi:type="dcterms:W3CDTF">2025-10-14T14:27:56Z</dcterms:created>
  <dcterms:modified xsi:type="dcterms:W3CDTF">2026-04-07T14:51:45Z</dcterms:modified>
</cp:coreProperties>
</file>